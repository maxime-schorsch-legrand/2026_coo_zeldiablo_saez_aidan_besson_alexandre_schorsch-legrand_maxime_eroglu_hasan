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4E5259-AB82-7C44-80E0-34176BA3E012}" v="4" dt="2026-06-03T15:14:12.755"/>
    <p1510:client id="{C22C3107-6AF8-41E2-A368-63807DD01FBC}" v="423" dt="2026-06-03T14:59:22.306"/>
    <p1510:client id="{E75B78CA-3165-486E-A523-E1622F8CAC58}" v="16" dt="2026-06-04T06:10:49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03/06/2026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424354" y="155209"/>
            <a:ext cx="9144000" cy="2387600"/>
          </a:xfrm>
        </p:spPr>
        <p:txBody>
          <a:bodyPr/>
          <a:lstStyle/>
          <a:p>
            <a:r>
              <a:rPr lang="fr-FR"/>
              <a:t>Projet SAE </a:t>
            </a:r>
            <a:r>
              <a:rPr lang="fr-FR" err="1"/>
              <a:t>Zeldiablo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l"/>
            <a:r>
              <a:rPr lang="fr-FR"/>
              <a:t>Fait par : </a:t>
            </a:r>
          </a:p>
          <a:p>
            <a:pPr marL="342900" indent="-342900" algn="l">
              <a:buChar char="•"/>
            </a:pPr>
            <a:r>
              <a:rPr lang="fr-FR"/>
              <a:t>Maxime SCHORSCH-LEGRAND</a:t>
            </a:r>
          </a:p>
          <a:p>
            <a:pPr marL="342900" indent="-342900" algn="l">
              <a:buChar char="•"/>
            </a:pPr>
            <a:r>
              <a:rPr lang="fr-FR"/>
              <a:t>Alexandre BESSON </a:t>
            </a:r>
          </a:p>
          <a:p>
            <a:pPr marL="342900" indent="-342900" algn="l">
              <a:buChar char="•"/>
            </a:pPr>
            <a:r>
              <a:rPr lang="fr-FR"/>
              <a:t>Aidan SAEZ</a:t>
            </a:r>
          </a:p>
          <a:p>
            <a:pPr marL="342900" indent="-342900" algn="l">
              <a:buChar char="•"/>
            </a:pPr>
            <a:r>
              <a:rPr lang="fr-FR"/>
              <a:t>Hasan EROGLU</a:t>
            </a:r>
          </a:p>
          <a:p>
            <a:pPr algn="l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8DD89E-A93C-F4ED-80B0-F205DED14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/>
              <a:t>Introduction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3DE4C4-A32F-BC49-F6FF-5CD41FC14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/>
              <a:t>Fonctionnalités finales : </a:t>
            </a:r>
          </a:p>
          <a:p>
            <a:r>
              <a:rPr lang="fr-FR"/>
              <a:t>Déplacement ( monstres et héro )</a:t>
            </a:r>
          </a:p>
          <a:p>
            <a:r>
              <a:rPr lang="fr-FR"/>
              <a:t>Attaque( Fantôme et héro )</a:t>
            </a:r>
          </a:p>
          <a:p>
            <a:r>
              <a:rPr lang="fr-FR"/>
              <a:t>Monstre </a:t>
            </a:r>
          </a:p>
          <a:p>
            <a:r>
              <a:rPr lang="fr-FR"/>
              <a:t>Fantôme </a:t>
            </a:r>
          </a:p>
          <a:p>
            <a:r>
              <a:rPr lang="fr-FR"/>
              <a:t>Charge(monstre)</a:t>
            </a:r>
          </a:p>
          <a:p>
            <a:r>
              <a:rPr lang="fr-FR"/>
              <a:t>Esquive (Héro)</a:t>
            </a:r>
          </a:p>
          <a:p>
            <a:endParaRPr lang="fr-FR"/>
          </a:p>
          <a:p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5424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D1BED3-A06C-4DA2-DC92-2B689B7C0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Version 1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B0E442-F600-9A3A-8739-0B941A216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/>
              <a:t>Fonctionnalités :</a:t>
            </a:r>
          </a:p>
          <a:p>
            <a:r>
              <a:rPr lang="fr-FR"/>
              <a:t>Création labyrinthe </a:t>
            </a:r>
          </a:p>
          <a:p>
            <a:r>
              <a:rPr lang="fr-FR"/>
              <a:t>Déplacement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535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92EBA7-E2EF-F3A1-F34B-AE4ED7E36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Version 2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14C44A-D342-D1E3-896F-BE0EB8905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/>
              <a:t>Fonctionnalités : </a:t>
            </a:r>
          </a:p>
          <a:p>
            <a:r>
              <a:rPr lang="fr-FR"/>
              <a:t>Monstre </a:t>
            </a:r>
          </a:p>
          <a:p>
            <a:r>
              <a:rPr lang="fr-FR"/>
              <a:t>Attaque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6175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9A6566-6173-24BE-B632-92062CD82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Version 3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63F925-F52A-6982-794D-73342D034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/>
              <a:t>Fonctionnalités :</a:t>
            </a:r>
          </a:p>
          <a:p>
            <a:pPr>
              <a:buFont typeface="Arial"/>
              <a:buChar char="•"/>
            </a:pPr>
            <a:r>
              <a:rPr lang="fr-FR"/>
              <a:t>Esquive </a:t>
            </a:r>
          </a:p>
          <a:p>
            <a:r>
              <a:rPr lang="fr-FR"/>
              <a:t>Charge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Fantôme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2151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B2E5CE-0F06-BFB8-43C2-85E76780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Version 4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59D973-47A1-9B24-A522-724FEC3E9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/>
              <a:t>Fonctionnalités :</a:t>
            </a:r>
          </a:p>
          <a:p>
            <a:r>
              <a:rPr lang="fr-FR"/>
              <a:t>Porte Sortie </a:t>
            </a:r>
          </a:p>
          <a:p>
            <a:r>
              <a:rPr lang="fr-FR"/>
              <a:t>Attaque Fantôme </a:t>
            </a:r>
          </a:p>
          <a:p>
            <a:r>
              <a:rPr lang="fr-FR"/>
              <a:t>Déplacement Intelligent </a:t>
            </a:r>
          </a:p>
        </p:txBody>
      </p:sp>
    </p:spTree>
    <p:extLst>
      <p:ext uri="{BB962C8B-B14F-4D97-AF65-F5344CB8AC3E}">
        <p14:creationId xmlns:p14="http://schemas.microsoft.com/office/powerpoint/2010/main" val="1815174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611CB8-48E1-53A0-666A-6D3F184D8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Version Finale :</a:t>
            </a:r>
          </a:p>
        </p:txBody>
      </p:sp>
      <p:pic>
        <p:nvPicPr>
          <p:cNvPr id="6" name="Espace réservé du contenu 5" descr="Une image contenant texte, diagramme, Plan, Dessin technique&#10;&#10;Le contenu généré par l’IA peut être incorrect.">
            <a:extLst>
              <a:ext uri="{FF2B5EF4-FFF2-40B4-BE49-F238E27FC236}">
                <a16:creationId xmlns:a16="http://schemas.microsoft.com/office/drawing/2014/main" id="{D42FF9C1-CA1D-A2F8-E610-A93217BF79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765" y="1694606"/>
            <a:ext cx="7996517" cy="455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801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A6A6E0-6FDE-A126-DB98-B58EBD328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/>
              <a:t>Conclusion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0529B5-EEFA-B628-86ED-E0C42930C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106309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8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Projet SAE Zeldiablo</vt:lpstr>
      <vt:lpstr>Introduction :</vt:lpstr>
      <vt:lpstr>Version 1 :</vt:lpstr>
      <vt:lpstr>Version 2 :</vt:lpstr>
      <vt:lpstr>Version 3 :</vt:lpstr>
      <vt:lpstr>Version 4 :</vt:lpstr>
      <vt:lpstr>Version Finale :</vt:lpstr>
      <vt:lpstr>Conclusion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2026-06-03T14:31:22Z</dcterms:created>
  <dcterms:modified xsi:type="dcterms:W3CDTF">2026-06-04T06:49:38Z</dcterms:modified>
</cp:coreProperties>
</file>